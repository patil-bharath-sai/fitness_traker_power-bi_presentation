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65" r:id="rId5"/>
    <p:sldId id="268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66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7"/>
  </p:normalViewPr>
  <p:slideViewPr>
    <p:cSldViewPr snapToGrid="0" snapToObjects="1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5F917-A0B8-4669-A50A-7299AE74FB1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9637C-241C-4C00-BB53-E158673FB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72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098421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indent="-342900"/>
            <a:lvl2pPr marL="971550" indent="-400050"/>
            <a:lvl3pPr marL="1508760" indent="-480060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77102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patil-bharath-sai-b7065027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PATIL-BHARATH-SAI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98;p1" descr="Google Shape;98;p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" y="-15781"/>
            <a:ext cx="12190816" cy="687378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Google Shape;99;p1"/>
          <p:cNvSpPr txBox="1"/>
          <p:nvPr/>
        </p:nvSpPr>
        <p:spPr>
          <a:xfrm>
            <a:off x="3590718" y="4096695"/>
            <a:ext cx="5752808" cy="951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lnSpc>
                <a:spcPct val="90000"/>
              </a:lnSpc>
              <a:defRPr sz="32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FITNESS TRACKER POWERED BY “POWER BI”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609474" y="779327"/>
            <a:ext cx="10197281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000" b="1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Background: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IN" sz="1800" b="1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Name: Patil Bharath Sai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University : </a:t>
            </a:r>
            <a:r>
              <a:rPr lang="en-IN" sz="1800" b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Kalasalingam Academy of Research and Education, Virudhunagar, Tamil Nadu.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Education :</a:t>
            </a:r>
            <a:r>
              <a:rPr lang="en-IN" sz="1800" b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B-tech, Computer and Science Engineering in Artificial Intelligence and Machine Learning.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b="1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000" b="1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Why I want to learn Data Science:</a:t>
            </a:r>
          </a:p>
          <a:p>
            <a:pPr lvl="1">
              <a:buClr>
                <a:schemeClr val="dk1"/>
              </a:buClr>
              <a:buSzPts val="1800"/>
            </a:pP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</a:t>
            </a:r>
          </a:p>
          <a:p>
            <a:pPr marL="285750" lvl="1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am highly motivated to understand how data-driven insights can solve real-world problems</a:t>
            </a:r>
            <a:endParaRPr lang="en-IN" sz="18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1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has high demand profession and have many career path opportunities  </a:t>
            </a:r>
          </a:p>
          <a:p>
            <a:pPr marL="285750" lvl="1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Influencing decision-making and driving innovation</a:t>
            </a:r>
            <a:endParaRPr lang="en-IN" sz="1800" b="1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1800" b="1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800" b="1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Work Experience: </a:t>
            </a:r>
            <a:r>
              <a:rPr lang="en-IN" sz="1800" b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4 Internship – 6 months Experience in 3 years </a:t>
            </a:r>
          </a:p>
          <a:p>
            <a:pPr lvl="3">
              <a:buClr>
                <a:schemeClr val="dk1"/>
              </a:buClr>
              <a:buSzPts val="1800"/>
            </a:pPr>
            <a:r>
              <a:rPr lang="en-IN" sz="1800" b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DevTown – Data Science Intern</a:t>
            </a:r>
          </a:p>
          <a:p>
            <a:pPr lvl="3">
              <a:buClr>
                <a:schemeClr val="dk1"/>
              </a:buClr>
              <a:buSzPts val="1800"/>
            </a:pP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Bharat Intern – Machine Learning </a:t>
            </a:r>
          </a:p>
          <a:p>
            <a:pPr lvl="3">
              <a:buClr>
                <a:schemeClr val="dk1"/>
              </a:buClr>
              <a:buSzPts val="1800"/>
            </a:pPr>
            <a:r>
              <a:rPr lang="en-IN" sz="1800" b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My Company – Backend Developer </a:t>
            </a:r>
          </a:p>
          <a:p>
            <a:pPr lvl="3">
              <a:buClr>
                <a:schemeClr val="dk1"/>
              </a:buClr>
              <a:buSzPts val="1800"/>
            </a:pP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Forage – Accenture Data Analyst</a:t>
            </a:r>
            <a:r>
              <a:rPr lang="en-IN" sz="1800" b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</a:p>
          <a:p>
            <a:pPr lvl="3">
              <a:buClr>
                <a:schemeClr val="dk1"/>
              </a:buClr>
              <a:buSzPts val="1800"/>
            </a:pPr>
            <a:endParaRPr lang="en-IN" sz="1800" b="1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lvl="3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LinkedIn : </a:t>
            </a: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  <a:hlinkClick r:id="rId3"/>
              </a:rPr>
              <a:t>Patil-bharath-sai-b7065027a/</a:t>
            </a: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</a:p>
          <a:p>
            <a:pPr marL="285750" lvl="3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GitHub : </a:t>
            </a: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  <a:hlinkClick r:id="rId4"/>
              </a:rPr>
              <a:t>https://github.com/PATIL-BHARATH-SAI</a:t>
            </a: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endParaRPr sz="18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95572" y="208006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Black"/>
              </a:rPr>
              <a:t>About me</a:t>
            </a:r>
            <a:endParaRPr sz="18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10;p4"/>
          <p:cNvSpPr txBox="1">
            <a:spLocks noGrp="1"/>
          </p:cNvSpPr>
          <p:nvPr>
            <p:ph type="title"/>
          </p:nvPr>
        </p:nvSpPr>
        <p:spPr>
          <a:xfrm>
            <a:off x="456563" y="282325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t>Agenda </a:t>
            </a:r>
          </a:p>
        </p:txBody>
      </p:sp>
      <p:sp>
        <p:nvSpPr>
          <p:cNvPr id="129" name="Google Shape;111;p4"/>
          <p:cNvSpPr txBox="1">
            <a:spLocks noGrp="1"/>
          </p:cNvSpPr>
          <p:nvPr>
            <p:ph type="body" sz="half" idx="1"/>
          </p:nvPr>
        </p:nvSpPr>
        <p:spPr>
          <a:xfrm>
            <a:off x="1367525" y="1815477"/>
            <a:ext cx="6877477" cy="4011793"/>
          </a:xfrm>
          <a:prstGeom prst="rect">
            <a:avLst/>
          </a:prstGeom>
        </p:spPr>
        <p:txBody>
          <a:bodyPr/>
          <a:lstStyle/>
          <a:p>
            <a:pPr marL="322729" indent="-322729">
              <a:buSzPct val="100000"/>
              <a:defRPr sz="2900" b="1"/>
            </a:pPr>
            <a:r>
              <a:rPr dirty="0"/>
              <a:t>PROBLEM STATEMENTS</a:t>
            </a:r>
          </a:p>
          <a:p>
            <a:pPr marL="322729" indent="-322729">
              <a:buSzPct val="100000"/>
              <a:defRPr sz="2900" b="1"/>
            </a:pPr>
            <a:r>
              <a:rPr lang="en-IN" dirty="0"/>
              <a:t>SOURCE OF DATASET</a:t>
            </a:r>
          </a:p>
          <a:p>
            <a:pPr marL="322729" indent="-322729">
              <a:buSzPct val="100000"/>
              <a:defRPr sz="2900" b="1"/>
            </a:pPr>
            <a:r>
              <a:rPr dirty="0"/>
              <a:t>SUMMARY OF THE DATASET</a:t>
            </a:r>
          </a:p>
          <a:p>
            <a:pPr marL="322729" indent="-322729">
              <a:buSzPct val="100000"/>
              <a:defRPr sz="2900" b="1"/>
            </a:pPr>
            <a:r>
              <a:rPr dirty="0"/>
              <a:t>DASHBOARDS EXPLANATIONS</a:t>
            </a:r>
          </a:p>
          <a:p>
            <a:pPr marL="322729" indent="-322729">
              <a:buSzPct val="100000"/>
              <a:defRPr sz="2900" b="1"/>
            </a:pPr>
            <a:r>
              <a:rPr dirty="0"/>
              <a:t>CONCLUSION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1"/>
          <p:cNvSpPr txBox="1">
            <a:spLocks noGrp="1"/>
          </p:cNvSpPr>
          <p:nvPr>
            <p:ph type="title"/>
          </p:nvPr>
        </p:nvSpPr>
        <p:spPr>
          <a:xfrm>
            <a:off x="155520" y="267212"/>
            <a:ext cx="5686990" cy="781283"/>
          </a:xfrm>
          <a:prstGeom prst="rect">
            <a:avLst/>
          </a:prstGeom>
        </p:spPr>
        <p:txBody>
          <a:bodyPr/>
          <a:lstStyle>
            <a:lvl1pPr defTabSz="685800">
              <a:defRPr sz="4500"/>
            </a:lvl1pPr>
          </a:lstStyle>
          <a:p>
            <a:r>
              <a:t>PROBLEM STATEMENTS</a:t>
            </a:r>
          </a:p>
        </p:txBody>
      </p:sp>
      <p:sp>
        <p:nvSpPr>
          <p:cNvPr id="132" name="Subtitle 2"/>
          <p:cNvSpPr txBox="1">
            <a:spLocks noGrp="1"/>
          </p:cNvSpPr>
          <p:nvPr>
            <p:ph type="body" idx="1"/>
          </p:nvPr>
        </p:nvSpPr>
        <p:spPr>
          <a:xfrm>
            <a:off x="991051" y="1608535"/>
            <a:ext cx="11327498" cy="5099741"/>
          </a:xfrm>
          <a:prstGeom prst="rect">
            <a:avLst/>
          </a:prstGeom>
        </p:spPr>
        <p:txBody>
          <a:bodyPr/>
          <a:lstStyle/>
          <a:p>
            <a:pPr marL="0" indent="0" defTabSz="2023821">
              <a:lnSpc>
                <a:spcPct val="90000"/>
              </a:lnSpc>
              <a:spcBef>
                <a:spcPts val="3700"/>
              </a:spcBef>
              <a:defRPr sz="21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PROBLEM STATEMENT - 1</a:t>
            </a:r>
            <a:r>
              <a:t> : OVERALL BUSINESS PERFORMANCE.</a:t>
            </a:r>
          </a:p>
          <a:p>
            <a:pPr marL="0" indent="0" defTabSz="2023821">
              <a:lnSpc>
                <a:spcPct val="90000"/>
              </a:lnSpc>
              <a:spcBef>
                <a:spcPts val="3700"/>
              </a:spcBef>
              <a:defRPr sz="21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PROBLEM STATEMENT - 2 </a:t>
            </a:r>
            <a:r>
              <a:t>: MONTHLY PERFORMANCE TRACKING.</a:t>
            </a:r>
          </a:p>
          <a:p>
            <a:pPr marL="0" indent="0" defTabSz="2023821">
              <a:lnSpc>
                <a:spcPct val="90000"/>
              </a:lnSpc>
              <a:spcBef>
                <a:spcPts val="3700"/>
              </a:spcBef>
              <a:defRPr sz="21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PROBLEM STATEMENT - 3</a:t>
            </a:r>
            <a:r>
              <a:t> : MEMBERSHIP STATUS TRACKING.</a:t>
            </a:r>
          </a:p>
          <a:p>
            <a:pPr marL="0" indent="0" defTabSz="2023821">
              <a:lnSpc>
                <a:spcPct val="90000"/>
              </a:lnSpc>
              <a:spcBef>
                <a:spcPts val="3700"/>
              </a:spcBef>
              <a:defRPr sz="21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PROBLEM STATEMENT - 4 </a:t>
            </a:r>
            <a:r>
              <a:t>: FITNESS &amp; HEALTH CALCULATIONS.</a:t>
            </a:r>
          </a:p>
          <a:p>
            <a:pPr marL="0" indent="0" defTabSz="2023821">
              <a:lnSpc>
                <a:spcPct val="90000"/>
              </a:lnSpc>
              <a:spcBef>
                <a:spcPts val="3700"/>
              </a:spcBef>
              <a:defRPr sz="215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PROBLEM STATEMENT - 5 </a:t>
            </a:r>
            <a:r>
              <a:t>: CLIENT DETAILED PROFILE.</a:t>
            </a:r>
          </a:p>
          <a:p>
            <a:pPr marL="0" indent="0" defTabSz="2023821">
              <a:lnSpc>
                <a:spcPct val="90000"/>
              </a:lnSpc>
              <a:spcBef>
                <a:spcPts val="3700"/>
              </a:spcBef>
              <a:defRPr sz="2739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he dataset has been downloaded from “THE DEVELOPER” WEBSITE.…"/>
          <p:cNvSpPr txBox="1">
            <a:spLocks noGrp="1"/>
          </p:cNvSpPr>
          <p:nvPr>
            <p:ph type="body" idx="1"/>
          </p:nvPr>
        </p:nvSpPr>
        <p:spPr>
          <a:xfrm>
            <a:off x="1068698" y="2073504"/>
            <a:ext cx="9868064" cy="3648521"/>
          </a:xfrm>
          <a:prstGeom prst="rect">
            <a:avLst/>
          </a:prstGeom>
        </p:spPr>
        <p:txBody>
          <a:bodyPr/>
          <a:lstStyle/>
          <a:p>
            <a:pPr marL="240631" indent="-240631">
              <a:buSzPct val="100000"/>
              <a:buChar char="•"/>
            </a:pPr>
            <a:r>
              <a:rPr dirty="0"/>
              <a:t>The dataset has been downloaded from “</a:t>
            </a:r>
            <a:r>
              <a:rPr b="1" dirty="0"/>
              <a:t>THE DEVELOPER</a:t>
            </a:r>
            <a:r>
              <a:rPr dirty="0"/>
              <a:t>” WEBSITE.</a:t>
            </a:r>
          </a:p>
          <a:p>
            <a:pPr marL="240631" indent="-240631">
              <a:buSzPct val="100000"/>
              <a:buChar char="•"/>
            </a:pPr>
            <a:r>
              <a:rPr dirty="0"/>
              <a:t>This website provide some great &amp; cleaned datasets.</a:t>
            </a:r>
          </a:p>
          <a:p>
            <a:pPr marL="240631" indent="-240631">
              <a:buSzPct val="100000"/>
              <a:buChar char="•"/>
            </a:pPr>
            <a:r>
              <a:rPr dirty="0"/>
              <a:t>Those databases are very useful for beginner power bi developers.</a:t>
            </a:r>
          </a:p>
          <a:p>
            <a:pPr marL="240631" indent="-240631">
              <a:buSzPct val="100000"/>
              <a:buChar char="•"/>
              <a:defRPr b="1" u="sng"/>
            </a:pPr>
            <a:r>
              <a:rPr dirty="0"/>
              <a:t>link</a:t>
            </a:r>
            <a:r>
              <a:rPr u="none" dirty="0"/>
              <a:t> : </a:t>
            </a:r>
            <a:r>
              <a:rPr sz="19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https://docs.google.com/spreadsheets/d/1RaxystOZCaUaFOAahTHUufomcq0tSi-h/edit?usp=drive_link&amp;ouid=117705500000065924368&amp;rtpof=true&amp;sd=true</a:t>
            </a:r>
            <a:endParaRPr dirty="0">
              <a:solidFill>
                <a:srgbClr val="0563C1"/>
              </a:solidFill>
              <a:uFill>
                <a:solidFill>
                  <a:srgbClr val="0563C1"/>
                </a:solidFill>
              </a:uFill>
            </a:endParaRPr>
          </a:p>
          <a:p>
            <a:pPr marL="140368" indent="-140368">
              <a:spcBef>
                <a:spcPts val="0"/>
              </a:spcBef>
              <a:buSzPct val="100000"/>
              <a:buChar char="•"/>
              <a:defRPr sz="14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Link:   </a:t>
            </a:r>
          </a:p>
        </p:txBody>
      </p:sp>
      <p:sp>
        <p:nvSpPr>
          <p:cNvPr id="135" name="Title 1"/>
          <p:cNvSpPr txBox="1"/>
          <p:nvPr/>
        </p:nvSpPr>
        <p:spPr>
          <a:xfrm>
            <a:off x="436498" y="633705"/>
            <a:ext cx="5686989" cy="781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b">
            <a:normAutofit/>
          </a:bodyPr>
          <a:lstStyle>
            <a:lvl1pPr algn="ctr" defTabSz="640079">
              <a:lnSpc>
                <a:spcPct val="90000"/>
              </a:lnSpc>
              <a:defRPr sz="42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SOURCE OF THE DATASET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UMMARY OF THE  DATA"/>
          <p:cNvSpPr txBox="1">
            <a:spLocks noGrp="1"/>
          </p:cNvSpPr>
          <p:nvPr>
            <p:ph type="title"/>
          </p:nvPr>
        </p:nvSpPr>
        <p:spPr>
          <a:xfrm>
            <a:off x="155520" y="267212"/>
            <a:ext cx="5686990" cy="781283"/>
          </a:xfrm>
          <a:prstGeom prst="rect">
            <a:avLst/>
          </a:prstGeom>
        </p:spPr>
        <p:txBody>
          <a:bodyPr/>
          <a:lstStyle>
            <a:lvl1pPr defTabSz="640079">
              <a:defRPr sz="4200"/>
            </a:lvl1pPr>
          </a:lstStyle>
          <a:p>
            <a:r>
              <a:t>SUMMARY OF THE 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26E95D-35BC-B717-6CD8-5860FB227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57" y="1048495"/>
            <a:ext cx="7592485" cy="546227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3E114E-8C18-FDBF-E9D4-F1E4F4059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03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D819B0-113A-7253-D755-A2B9F64F8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38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BF8006-6751-EECA-45CD-A02647173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049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16;p5" descr="Google Shape;116;p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143" y="642916"/>
            <a:ext cx="4465644" cy="2834318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Google Shape;117;p5"/>
          <p:cNvSpPr txBox="1"/>
          <p:nvPr/>
        </p:nvSpPr>
        <p:spPr>
          <a:xfrm>
            <a:off x="1461354" y="1384630"/>
            <a:ext cx="3570388" cy="76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440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r>
              <a:t>THANK YOU</a:t>
            </a:r>
          </a:p>
        </p:txBody>
      </p:sp>
      <p:sp>
        <p:nvSpPr>
          <p:cNvPr id="155" name="Thank you for your time!…"/>
          <p:cNvSpPr txBox="1">
            <a:spLocks noGrp="1"/>
          </p:cNvSpPr>
          <p:nvPr>
            <p:ph type="body" sz="quarter" idx="4294967295"/>
          </p:nvPr>
        </p:nvSpPr>
        <p:spPr>
          <a:xfrm>
            <a:off x="1279671" y="3883015"/>
            <a:ext cx="9144001" cy="1655762"/>
          </a:xfrm>
          <a:prstGeom prst="rect">
            <a:avLst/>
          </a:prstGeom>
        </p:spPr>
        <p:txBody>
          <a:bodyPr/>
          <a:lstStyle/>
          <a:p>
            <a:pPr marL="406400" indent="-355600">
              <a:lnSpc>
                <a:spcPct val="100000"/>
              </a:lnSpc>
              <a:buClrTx/>
              <a:buSzTx/>
              <a:buFontTx/>
              <a:buNone/>
              <a:defRPr sz="2400"/>
            </a:pPr>
            <a:r>
              <a:t>Thank you for your time!</a:t>
            </a:r>
          </a:p>
          <a:p>
            <a:pPr marL="406400" indent="-355600">
              <a:lnSpc>
                <a:spcPct val="100000"/>
              </a:lnSpc>
              <a:buClrTx/>
              <a:buSzTx/>
              <a:buFontTx/>
              <a:buNone/>
              <a:defRPr sz="2400"/>
            </a:pPr>
            <a:r>
              <a:t>Feel free to connect on LinkedIn or GitHub.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1603</TotalTime>
  <Words>288</Words>
  <Application>Microsoft Office PowerPoint</Application>
  <PresentationFormat>Widescreen</PresentationFormat>
  <Paragraphs>44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Agenda </vt:lpstr>
      <vt:lpstr>PROBLEM STATEMENTS</vt:lpstr>
      <vt:lpstr>PowerPoint Presentation</vt:lpstr>
      <vt:lpstr>SUMMARY OF THE  DATA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Patil Bharath sai</cp:lastModifiedBy>
  <cp:revision>9</cp:revision>
  <dcterms:created xsi:type="dcterms:W3CDTF">2018-06-07T21:39:02Z</dcterms:created>
  <dcterms:modified xsi:type="dcterms:W3CDTF">2025-11-02T11:15:28Z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